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DF1D-3EAD-318A-BC4C-F3AB2B2C6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F101B-7517-5DEF-4073-33D072FF4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7948B-D5AA-B872-674F-E770C4EE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B821-ED3F-4A4C-0CF2-9BC82179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B9E7-E7A6-6853-3F66-E9F5F5DA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67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98CB-D8B2-6BDB-9985-23F4FB83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767C-0818-3146-16FD-72E0134F0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E254E-F151-E547-2E76-5935A5C8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7CBC-A2EE-D229-3FC6-FF26A89C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46763-11CC-4F6F-02B4-D6823326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47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6BFE-487D-3CDB-9275-5F361F9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5FF78-372B-55AA-27E2-C9B8AC6A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A078C-0E2A-3234-D577-8F3C5FD6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D6ACD-26C5-D31E-A523-7B9EF87C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D416-3683-807E-3E4C-52931CAC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42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BA4F-3B66-A675-3CAE-B020284E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E272C-F9F5-510D-DE3E-BB9B13863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530E6-A21E-C7E9-5981-0146464AB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778C4-C53F-4B34-42F0-2A428A9F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0BC8-24FE-1843-DD55-3944B290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437D0-CEDA-A575-4BF4-27380AE3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8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DECF-7FA9-6E1E-1B08-56CEEA82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3DDC7-96F0-8DB5-CC8A-8D0A46B48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7831-895A-4D34-954E-233D63622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F43CB-DC03-F6D9-2DD2-E2422F520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2587E-696B-033A-9DF3-CBBF59CC5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1E75A-A50F-5B2C-87FD-15CE7BBE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E43C8-4222-642B-BC7F-AE8B3DAE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D7BEE-4C9A-7E3F-7BF3-18BA4703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48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210D-E83C-9898-7636-969AD4CA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6181E-7DB1-B211-09EB-0F28EBA0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1B407-8D4A-AA16-4731-5BE3E59F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CF32F-4BA1-5699-5C37-9FF6C6B8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65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469B67-D872-94DE-499B-EA1F04FE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9A176-B24B-B41A-7E64-27A62ED90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202D-5B46-473A-E916-889AAFF1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1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5D0B9-E0E6-E088-B8FD-D461F882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C3C1-14E5-A6F6-0472-472A9FD3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1AB6D-7380-B8FD-04CC-B4407CD35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5147A-6816-9293-466B-FF5589E1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8A38A-02F5-0213-3945-4D41AD0F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F869C-20E6-C8B7-0E06-9E9A8A64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28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BA93-0A17-4486-3D8C-4C4335AF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8A397-A4C2-A800-F369-A6B10DF79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DCDCC-16B8-3103-3AAA-05574DEFD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97AD3-4858-AE92-AD35-F6149B90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22F5-71CD-C4E9-0A0E-A9FD88D0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9EC7A-2806-3010-CCCC-48404431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13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9F-C5C8-056B-98D0-7FA05F52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B9F01-D35E-73BD-7996-3FD6CA372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A52D6-AE6F-E734-E0ED-3E2E0166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6F487-4252-3393-3A07-A15D84BC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91A4-70A9-8223-8328-479D1487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0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E847C-9CF8-E38A-5B2F-FCEAAC01D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F6816-67D7-F345-34D3-9C889C34E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FC0C2-5BA8-4647-B866-0D4971E5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3C2D4-BDD1-2F47-38E8-9201902D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AC9D-967A-4F3D-2A9B-29CA5B8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15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31EB9-753C-ED07-9EB3-2866497D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789E1-C1E5-C91B-B1FB-C61138F00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433F7-4A35-C2C7-0DDE-D49C30E3A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0A133-7E73-4C96-9382-417F0B35000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5CEAE-D288-CAD3-F2B4-75C7124F4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9FEA2-0549-5543-3140-B1FAD9B2A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6AA2C-4CEE-4CB1-B020-FC63F2BF2F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85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6447-8183-62E7-C267-98701E09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A35D-95EF-3527-AE37-E56344F6A8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Imbalanced target: ~5% positive cases.</a:t>
            </a:r>
          </a:p>
          <a:p>
            <a:r>
              <a:rPr lang="en-GB" sz="2000" dirty="0"/>
              <a:t>Some features have much higher rate based on positive value; </a:t>
            </a:r>
            <a:r>
              <a:rPr lang="en-GB" sz="2000" b="1" dirty="0" err="1"/>
              <a:t>sore_throat</a:t>
            </a:r>
            <a:r>
              <a:rPr lang="en-GB" sz="2000" dirty="0"/>
              <a:t>, </a:t>
            </a:r>
            <a:r>
              <a:rPr lang="en-GB" sz="2000" b="1" dirty="0" err="1"/>
              <a:t>shortness_of_breath</a:t>
            </a:r>
            <a:r>
              <a:rPr lang="en-GB" sz="2000" dirty="0"/>
              <a:t>, </a:t>
            </a:r>
            <a:r>
              <a:rPr lang="en-GB" sz="2000" b="1" dirty="0" err="1"/>
              <a:t>head_ache</a:t>
            </a:r>
            <a:r>
              <a:rPr lang="en-GB" sz="2000" dirty="0"/>
              <a:t>, </a:t>
            </a:r>
            <a:r>
              <a:rPr lang="en-GB" sz="2000" b="1" dirty="0" err="1"/>
              <a:t>test_indication</a:t>
            </a:r>
            <a:r>
              <a:rPr lang="en-GB" sz="2000" dirty="0"/>
              <a:t>.</a:t>
            </a:r>
          </a:p>
          <a:p>
            <a:r>
              <a:rPr lang="en-GB" sz="2000" dirty="0"/>
              <a:t>One feature </a:t>
            </a:r>
            <a:r>
              <a:rPr lang="en-GB" sz="2000" b="1" dirty="0"/>
              <a:t>age_60_and_above</a:t>
            </a:r>
            <a:r>
              <a:rPr lang="en-GB" sz="2000" dirty="0"/>
              <a:t> had high null values: ~46%.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3BE9CA-B32D-2CF4-D011-A395FFCD1F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4262"/>
            <a:ext cx="5181600" cy="291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7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Exploratory Data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Mullins</dc:creator>
  <cp:lastModifiedBy>Ivan Mullins</cp:lastModifiedBy>
  <cp:revision>3</cp:revision>
  <dcterms:created xsi:type="dcterms:W3CDTF">2026-04-22T09:54:51Z</dcterms:created>
  <dcterms:modified xsi:type="dcterms:W3CDTF">2026-04-22T10:32:13Z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16627f-5f5d-4430-8bd3-97e7ef303719_Enabled">
    <vt:lpwstr>true</vt:lpwstr>
  </property>
  <property fmtid="{D5CDD505-2E9C-101B-9397-08002B2CF9AE}" pid="3" name="MSIP_Label_5516627f-5f5d-4430-8bd3-97e7ef303719_SetDate">
    <vt:lpwstr>2026-04-22T10:29:28Z</vt:lpwstr>
  </property>
  <property fmtid="{D5CDD505-2E9C-101B-9397-08002B2CF9AE}" pid="4" name="MSIP_Label_5516627f-5f5d-4430-8bd3-97e7ef303719_Method">
    <vt:lpwstr>Privileged</vt:lpwstr>
  </property>
  <property fmtid="{D5CDD505-2E9C-101B-9397-08002B2CF9AE}" pid="5" name="MSIP_Label_5516627f-5f5d-4430-8bd3-97e7ef303719_Name">
    <vt:lpwstr>Everyone</vt:lpwstr>
  </property>
  <property fmtid="{D5CDD505-2E9C-101B-9397-08002B2CF9AE}" pid="6" name="MSIP_Label_5516627f-5f5d-4430-8bd3-97e7ef303719_SiteId">
    <vt:lpwstr>b2767241-fab5-454b-8b62-f6324650e316</vt:lpwstr>
  </property>
  <property fmtid="{D5CDD505-2E9C-101B-9397-08002B2CF9AE}" pid="7" name="MSIP_Label_5516627f-5f5d-4430-8bd3-97e7ef303719_ActionId">
    <vt:lpwstr>261f33da-df1d-4563-9f22-8b69e6c5765f</vt:lpwstr>
  </property>
  <property fmtid="{D5CDD505-2E9C-101B-9397-08002B2CF9AE}" pid="8" name="MSIP_Label_5516627f-5f5d-4430-8bd3-97e7ef303719_ContentBits">
    <vt:lpwstr>0</vt:lpwstr>
  </property>
  <property fmtid="{D5CDD505-2E9C-101B-9397-08002B2CF9AE}" pid="9" name="MSIP_Label_5516627f-5f5d-4430-8bd3-97e7ef303719_Tag">
    <vt:lpwstr>10, 0, 1, 1</vt:lpwstr>
  </property>
</Properties>
</file>
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3CD37-D833-F174-C0F1-C6B39D1D1A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06FE90-EB8C-DB27-3F61-632D54B255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B13FD-77E4-4FAC-CD8B-DDC3D85E4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5CBFC-F067-4EC1-8A5C-FDE12BD3AA8B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D4BD4-DADE-9560-1850-0F6A7A6EE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1E37E-BA3F-42DC-27BB-9260330EE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A6D7B-9946-4721-8527-E98423B466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96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60336-C896-9CB2-1182-6D39D3FB6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4AD79-153B-D07A-E984-FBEE43B6D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3B772-0EC3-352B-39A9-F1263D0C4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5CBFC-F067-4EC1-8A5C-FDE12BD3AA8B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AAB53-55B2-C284-7FDF-CBEE60EC9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16406-9A0E-B9D2-B561-CBF408A19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A6D7B-9946-4721-8527-E98423B466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8241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06207-39EA-1303-DC72-9DCF8535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D022C-4A1E-4170-92F1-30D06EBE2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8CC16-242E-F61A-517C-E15D9743C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5CBFC-F067-4EC1-8A5C-FDE12BD3AA8B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C8EFD-0ED4-534A-A8A2-20E68A50D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4F64C-8055-647C-D4C2-F7749440C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A6D7B-9946-4721-8527-E98423B466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7962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CF01B-A860-D32C-A890-45AFD450B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28820-CE4F-F1B0-9431-21367450EB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B84543-7078-91AE-2D94-FE8D2A29C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15469C-0F5B-A191-995A-FCF6DF66C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5CBFC-F067-4EC1-8A5C-FDE12BD3AA8B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1B37EC-E348-C4FD-5A9C-113DAFE32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C4F6F-2EA8-C539-DF94-FF0C7981C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A6D7B-9946-4721-8527-E98423B466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144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CA840-B4E6-44FC-011E-0BF847B15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EF74E-FED2-7C4C-1D24-566BEF516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FA583-528A-3EEB-E1F6-DCE3AD1F81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932FB9-1B9F-52D5-0B8E-32637958C3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DEE04E-841D-14A4-CAAF-11C3920124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881D12-433A-8681-72CA-DE2A621A8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5CBFC-F067-4EC1-8A5C-FDE12BD3AA8B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9DCD25-AC21-5763-5C8F-D63D0BDA9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3A3FB5-06D7-9414-C67E-0A068D4C1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A6D7B-9946-4721-8527-E98423B466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9144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B1F99-0F8A-FE9B-0EEE-9D161E13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D0155-2BBA-CABF-9276-DB863102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5CBFC-F067-4EC1-8A5C-FDE12BD3AA8B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D45F53-108A-05E8-C84D-95F4AF8BA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415F32-8A04-B56B-CD35-6B8E6815B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A6D7B-9946-4721-8527-E98423B466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851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65CBEA-51C6-96FA-20DF-2E4AF45A8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5CBFC-F067-4EC1-8A5C-FDE12BD3AA8B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18BA46-3BF9-CD8A-EA6D-52E880BCB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06B83-E601-C333-DBED-722CCCADB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A6D7B-9946-4721-8527-E98423B466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427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8AEE4-6FB6-9D2F-46D3-E9C7C1F00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24B4D-C6C5-B47B-8D00-3B7B500A6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81BBD-075B-DB7D-6EB1-72D2DE9770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CB230-B74D-7383-9E9F-01711A484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5CBFC-F067-4EC1-8A5C-FDE12BD3AA8B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C97958-1D39-3F7A-2222-AF15C913C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80806F-3AB1-17AE-E549-6425E887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A6D7B-9946-4721-8527-E98423B466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155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7FFFB-4C62-43CA-2B8C-9DF9AE215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B783B1-4AB8-D556-4458-7CF975FC12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C69BB-521B-B250-351D-34146F40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8A5D40-144B-3226-51B8-C5A2EB08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5CBFC-F067-4EC1-8A5C-FDE12BD3AA8B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B4EBE-A2AF-EB47-A3E3-7427A5B80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A0A9C-2395-8CF4-7E43-9972821D6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A6D7B-9946-4721-8527-E98423B466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815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9E12A-F186-657E-5A6A-0B9ECB016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725216-84B2-BA57-F41C-050CEDD28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99290-A8A8-DCE8-A2F0-23E6603B6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5CBFC-F067-4EC1-8A5C-FDE12BD3AA8B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FA2C3-7213-83C3-5158-5DAE3673D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CD59E-A0B5-60B6-7DB8-1B2FEF15A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A6D7B-9946-4721-8527-E98423B466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088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81A81A-DBC3-048E-AB09-EAE40C9C62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37B744-11D3-F170-3029-2166E06AC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DA487-2C18-28E3-B273-0ECC4C579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5CBFC-F067-4EC1-8A5C-FDE12BD3AA8B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34D11-2249-364E-A3E7-2D1DBB3DA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35D17-58EF-DF63-7C4B-A95FA5086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A6D7B-9946-4721-8527-E98423B466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0746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2F250-BC06-F885-2020-5E7F79041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1D270-48EE-44EC-C9DA-F648D0A9D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09E11-26DE-1B5F-48C2-59C9467957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55CBFC-F067-4EC1-8A5C-FDE12BD3AA8B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69331-C231-D289-EA08-4F57FF799F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CBE91-EACA-C60D-E93D-7E258A99D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0A6D7B-9946-4721-8527-E98423B466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391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A1AD3C-A614-44DD-6953-7DFF57172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LightGBM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478EB9-651D-4EEB-FFF7-1B1602E39A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657600" cy="4351338"/>
          </a:xfrm>
        </p:spPr>
        <p:txBody>
          <a:bodyPr>
            <a:normAutofit fontScale="55000" lnSpcReduction="20000"/>
          </a:bodyPr>
          <a:lstStyle/>
          <a:p>
            <a:r>
              <a:rPr lang="en-GB" dirty="0"/>
              <a:t>Preprocess:</a:t>
            </a:r>
          </a:p>
          <a:p>
            <a:pPr lvl="1"/>
            <a:r>
              <a:rPr lang="en-GB" dirty="0"/>
              <a:t>Drop </a:t>
            </a:r>
            <a:r>
              <a:rPr lang="en-GB" dirty="0" err="1"/>
              <a:t>corona_result</a:t>
            </a:r>
            <a:r>
              <a:rPr lang="en-GB" dirty="0"/>
              <a:t>=“other”.</a:t>
            </a:r>
          </a:p>
          <a:p>
            <a:pPr lvl="1"/>
            <a:r>
              <a:rPr lang="en-GB" dirty="0"/>
              <a:t>Drop </a:t>
            </a:r>
            <a:r>
              <a:rPr lang="en-GB" dirty="0" err="1"/>
              <a:t>test_date</a:t>
            </a:r>
            <a:r>
              <a:rPr lang="en-GB" dirty="0"/>
              <a:t> column.</a:t>
            </a:r>
          </a:p>
          <a:p>
            <a:pPr lvl="1"/>
            <a:r>
              <a:rPr lang="en-GB" dirty="0" err="1"/>
              <a:t>corona_result</a:t>
            </a:r>
            <a:r>
              <a:rPr lang="en-GB" dirty="0"/>
              <a:t>: bool</a:t>
            </a:r>
          </a:p>
          <a:p>
            <a:pPr lvl="1"/>
            <a:r>
              <a:rPr lang="en-GB" dirty="0"/>
              <a:t>All other cols: category. Model handles </a:t>
            </a:r>
            <a:r>
              <a:rPr lang="en-GB" dirty="0" err="1"/>
              <a:t>NaN</a:t>
            </a:r>
            <a:r>
              <a:rPr lang="en-GB" dirty="0"/>
              <a:t>, so kept in.</a:t>
            </a:r>
          </a:p>
          <a:p>
            <a:r>
              <a:rPr lang="en-GB" dirty="0"/>
              <a:t>Train/test splits; stratify to keep imbalance.</a:t>
            </a:r>
          </a:p>
          <a:p>
            <a:r>
              <a:rPr lang="en-GB" dirty="0"/>
              <a:t>Train using AUC-ROC metric.</a:t>
            </a:r>
          </a:p>
          <a:p>
            <a:r>
              <a:rPr lang="en-GB" dirty="0"/>
              <a:t>Want to find a threshold for probabilities to minimise false negatives, also important to minimise false positives.</a:t>
            </a:r>
          </a:p>
          <a:p>
            <a:r>
              <a:rPr lang="en-GB" dirty="0"/>
              <a:t>Chose threshold where false neg becomes less than false pos. False </a:t>
            </a:r>
            <a:r>
              <a:rPr lang="en-GB" dirty="0" err="1"/>
              <a:t>pos</a:t>
            </a:r>
            <a:r>
              <a:rPr lang="en-GB" dirty="0"/>
              <a:t> start to increase steeply on further reduction of false neg.</a:t>
            </a:r>
          </a:p>
          <a:p>
            <a:r>
              <a:rPr lang="en-GB" dirty="0"/>
              <a:t>Comparing to threshold of 0.5 we see the increase of false neg.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807F4DD-29D2-CB61-4061-247D2D31C7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49964" y="519761"/>
            <a:ext cx="3357949" cy="274796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2709208-4CF0-FC42-6ECD-367C40E2FD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49964" y="3744912"/>
            <a:ext cx="3357949" cy="274796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074B975-B209-B41E-878F-9C6A1706D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517" y="3557651"/>
            <a:ext cx="3544729" cy="290049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B81964B-57CE-FB45-A40F-38303B5004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6537" y="542932"/>
            <a:ext cx="2812688" cy="272479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56469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106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LightGBM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Mullins</dc:creator>
  <cp:lastModifiedBy>Ivan Mullins</cp:lastModifiedBy>
  <cp:revision>6</cp:revision>
  <dcterms:created xsi:type="dcterms:W3CDTF">2026-04-22T10:34:41Z</dcterms:created>
  <dcterms:modified xsi:type="dcterms:W3CDTF">2026-04-22T11:24:09Z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16627f-5f5d-4430-8bd3-97e7ef303719_Enabled">
    <vt:lpwstr>true</vt:lpwstr>
  </property>
  <property fmtid="{D5CDD505-2E9C-101B-9397-08002B2CF9AE}" pid="3" name="MSIP_Label_5516627f-5f5d-4430-8bd3-97e7ef303719_SetDate">
    <vt:lpwstr>2026-04-22T10:34:48Z</vt:lpwstr>
  </property>
  <property fmtid="{D5CDD505-2E9C-101B-9397-08002B2CF9AE}" pid="4" name="MSIP_Label_5516627f-5f5d-4430-8bd3-97e7ef303719_Method">
    <vt:lpwstr>Privileged</vt:lpwstr>
  </property>
  <property fmtid="{D5CDD505-2E9C-101B-9397-08002B2CF9AE}" pid="5" name="MSIP_Label_5516627f-5f5d-4430-8bd3-97e7ef303719_Name">
    <vt:lpwstr>Everyone</vt:lpwstr>
  </property>
  <property fmtid="{D5CDD505-2E9C-101B-9397-08002B2CF9AE}" pid="6" name="MSIP_Label_5516627f-5f5d-4430-8bd3-97e7ef303719_SiteId">
    <vt:lpwstr>b2767241-fab5-454b-8b62-f6324650e316</vt:lpwstr>
  </property>
  <property fmtid="{D5CDD505-2E9C-101B-9397-08002B2CF9AE}" pid="7" name="MSIP_Label_5516627f-5f5d-4430-8bd3-97e7ef303719_ActionId">
    <vt:lpwstr>1a156790-3a7d-4751-baaf-5db3fd1dc071</vt:lpwstr>
  </property>
  <property fmtid="{D5CDD505-2E9C-101B-9397-08002B2CF9AE}" pid="8" name="MSIP_Label_5516627f-5f5d-4430-8bd3-97e7ef303719_ContentBits">
    <vt:lpwstr>0</vt:lpwstr>
  </property>
  <property fmtid="{D5CDD505-2E9C-101B-9397-08002B2CF9AE}" pid="9" name="MSIP_Label_5516627f-5f5d-4430-8bd3-97e7ef303719_Tag">
    <vt:lpwstr>10, 0, 1, 1</vt:lpwstr>
  </property>
</Properties>
</file>